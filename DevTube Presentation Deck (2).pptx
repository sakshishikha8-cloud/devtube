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95437" y="2842617"/>
            <a:ext cx="9001125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020617"/>
                </a:solidFill>
                <a:latin typeface="Plus Jakarta Sans ExtraBold"/>
              </a:rPr>
              <a:t>Welcome to DevTube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3795117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Inter"/>
              </a:rPr>
              <a:t>An AI-powered, distraction-free technical learning ecosystem designed to convert unstructured web chaos into focused developer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747367"/>
            <a:ext cx="5434012" cy="2266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875954"/>
            <a:ext cx="5434012" cy="2009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The Problem: Why YouTube is Distracting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52167"/>
            <a:ext cx="5065633" cy="285750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 ExtraBold"/>
              </a:rPr>
              <a:t>The Dopamine Trap &amp;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509367"/>
            <a:ext cx="4824412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Inter"/>
              </a:rPr>
              <a:t>Traditional video platforms blend high-entertainment feeds, algorithmic shorts, and viral notifications directly alongside serious technical tutorials, shattering developer concentration.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7487" y="3180754"/>
            <a:ext cx="5065633" cy="285750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 ExtraBold"/>
              </a:rPr>
              <a:t>Absence of Structured Roadmaps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87" y="3637954"/>
            <a:ext cx="4824412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Inter"/>
              </a:rPr>
              <a:t>Learners face choice overload and rabbit holes without clear prerequisites, milestone checks, or curated pathways to master Full-Stack Engineering, NLP, or ML.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09026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487" y="321885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880592"/>
            <a:ext cx="5434012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Why I Built DevTube &amp; Platform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" y="2759273"/>
            <a:ext cx="5195887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Zero-Distraction Environment: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Engineered a minimalist dashboard tailored strictly for focused developer tutorials.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3687960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Data-Driven Discovery: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Integrated robust educational datasets directly into an interactive learner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4345185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Active Career Growth: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Shifted the paradigm from passive video watching to milestone-driven skill execution.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1899642"/>
            <a:ext cx="5395912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300" y="2721173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3649860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" y="4307085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455961"/>
            <a:ext cx="5434012" cy="28496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880592"/>
            <a:ext cx="5434012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Data Analysis &amp;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2636936"/>
            <a:ext cx="5434012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0F172A"/>
                </a:solidFill>
                <a:latin typeface="Inter"/>
              </a:rPr>
              <a:t>Using Kaggle's Udemy online education dataset, raw records were cleaned, normalized via Python Pandas, and indexed to power accurate recommendation cards.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22046" y="3309342"/>
            <a:ext cx="331529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2DD4BF"/>
                </a:solidFill>
                <a:latin typeface="monospace ExtraBold"/>
              </a:rPr>
              <a:t>[ Pandas Dataframe Pipeline ]</a:t>
            </a:r>
            <a:r>
              <a:t>
</a:t>
            </a:r>
            <a:r>
              <a:t>
</a:t>
            </a:r>
            <a:r>
              <a:rPr b="0" sz="1500" i="0" u="none">
                <a:solidFill>
                  <a:srgbClr val="2DD4BF"/>
                </a:solidFill>
                <a:latin typeface="monospace ExtraBold"/>
              </a:rPr>
              <a:t> df.dropna()</a:t>
            </a:r>
            <a:r>
              <a:t>
</a:t>
            </a:r>
            <a:r>
              <a:rPr b="0" sz="1500" i="0" u="none">
                <a:solidFill>
                  <a:srgbClr val="2DD4BF"/>
                </a:solidFill>
                <a:latin typeface="monospace ExtraBold"/>
              </a:rPr>
              <a:t> df['tags'].str.lower()</a:t>
            </a:r>
            <a:r>
              <a:t>
</a:t>
            </a:r>
            <a:r>
              <a:rPr b="0" sz="1500" i="0" u="none">
                <a:solidFill>
                  <a:srgbClr val="2DD4BF"/>
                </a:solidFill>
                <a:latin typeface="monospace ExtraBold"/>
              </a:rPr>
              <a:t> SQL / MongoDB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880592"/>
            <a:ext cx="5434012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System Architecture &amp; AI/ML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" y="2102048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Frontend UI: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HTML5, CSS3, and Vanilla JavaScript responsive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759273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Backend API: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Node.js with Express.js RESTful routes handling server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416498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ML Model &amp; Training: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Python, Pandas, &amp; NumPy for data manipulation, tag clustering, and dataset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4073723"/>
            <a:ext cx="5195887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Generative AI &amp; APIs: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Integrated </a:t>
            </a:r>
            <a:r>
              <a:rPr b="0" sz="1425" i="0" u="none">
                <a:solidFill>
                  <a:srgbClr val="0F172A"/>
                </a:solidFill>
                <a:latin typeface="Inter Black"/>
              </a:rPr>
              <a:t>Google Gemini API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and custom AI assistants for dynamic career roadmap generation and intelligent topic summaries.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5002410"/>
            <a:ext cx="51958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Database Layer: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Local XAMPP MySQL and MongoDB integration for persistent user XP and stats.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1899642"/>
            <a:ext cx="5395912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2063948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" y="2721173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" y="3378398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" y="4035623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" y="4964310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880592"/>
            <a:ext cx="5434012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AI Career Roadmap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" y="2525613"/>
            <a:ext cx="5434012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0F172A"/>
                </a:solidFill>
                <a:latin typeface="Inter"/>
              </a:rPr>
              <a:t>The built-in AI roadmap generator prompts learners for their target career or domain, instantly assembling a structured, step-by-step learning progression path from core fundamentals to advanced mastery.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3873996"/>
            <a:ext cx="5195887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Step 1: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Core Fundamentals (HTML, CSS, 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4259758"/>
            <a:ext cx="5195887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Step 2: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Frontend Frameworks (React, Vue)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4645521"/>
            <a:ext cx="5195887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Step 3: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Backend &amp; APIs (Node.js, Express)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5031283"/>
            <a:ext cx="5195887" cy="271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Step 4: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Database Management (SQL &amp; NoSQL)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1899642"/>
            <a:ext cx="5395912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3835896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" y="4221658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" y="4607421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" y="4993183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433042"/>
            <a:ext cx="5434012" cy="2895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568773"/>
            <a:ext cx="5434012" cy="2624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Future Scope &amp; Scaling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37842"/>
            <a:ext cx="5065633" cy="285750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 ExtraBold"/>
              </a:rPr>
              <a:t>Platform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7487" y="2873573"/>
            <a:ext cx="5065633" cy="285750"/>
          </a:xfrm>
          <a:prstGeom prst="rect">
            <a:avLst/>
          </a:prstGeom>
          <a:noFill/>
        </p:spPr>
        <p:txBody>
          <a:bodyPr wrap="square" lIns="3810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lus Jakarta Sans ExtraBold"/>
              </a:rPr>
              <a:t>Community &amp; Ecosystem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7594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225" y="3166467"/>
            <a:ext cx="4586287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Real-Time API Integration: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Connect directly with the YouTube Data API v3 to fetch live tutorial feeds without 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095154"/>
            <a:ext cx="4586287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Advanced ML Recommendation: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Upgrade from basic keyword filtering to collaborative filtering using cosine similarity.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487" y="2911673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05612" y="3302198"/>
            <a:ext cx="45862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Peer Code Reviews: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Introduce a built-in community code editor and review system for learners.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5612" y="3959423"/>
            <a:ext cx="4586287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0F172A"/>
                </a:solidFill>
                <a:latin typeface="Inter Black"/>
              </a:rPr>
              <a:t>Enterprise Analytics:</a:t>
            </a:r>
            <a:r>
              <a:rPr b="1" sz="1425" i="0" u="none">
                <a:solidFill>
                  <a:srgbClr val="0F172A"/>
                </a:solidFill>
                <a:latin typeface="Inter"/>
              </a:rPr>
              <a:t> Provide structured progress reports and skill verification badges for bootcamps and colleges.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128367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57054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7487" y="3264098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7487" y="3921323"/>
            <a:ext cx="133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b="1" sz="225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684609"/>
            <a:ext cx="11696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20617"/>
                </a:solidFill>
                <a:latin typeface="Plus Jakarta Sans ExtraBold"/>
              </a:rPr>
              <a:t>Project Resources &amp; Links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13" y="3209329"/>
            <a:ext cx="428625" cy="42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7616" y="3780829"/>
            <a:ext cx="175021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Inter ExtraBold"/>
              </a:rPr>
              <a:t>Live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1175" y="4171354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devtube-sable.vercel.app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301" y="3209329"/>
            <a:ext cx="419100" cy="428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10753" y="3780829"/>
            <a:ext cx="157019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Inter ExtraBold"/>
              </a:rPr>
              <a:t>GitHub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4171354"/>
            <a:ext cx="306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github.com/sakshishikha8-cloud/devtube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387" y="3209329"/>
            <a:ext cx="371475" cy="428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84022" y="3780829"/>
            <a:ext cx="165020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Inter ExtraBold"/>
              </a:rPr>
              <a:t>Kaggle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7062" y="4171354"/>
            <a:ext cx="2524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udemy-online-education-courses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0781" y="2791271"/>
            <a:ext cx="34904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020617"/>
                </a:solidFill>
                <a:latin typeface="Plus Jakarta Sans ExtraBold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33887" y="3781871"/>
            <a:ext cx="33242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Inter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3887" y="4343846"/>
            <a:ext cx="33242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D9488"/>
                </a:solidFill>
                <a:latin typeface="Inter ExtraBold"/>
              </a:rPr>
              <a:t>Built with Passion by Sakshi Shikha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